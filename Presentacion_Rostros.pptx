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0"/>
            <a:ext cx="109728" cy="13716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5720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Detección 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Pixelado de Rostros de Menores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Event-Driven con Apache Kafka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3749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Distribuidos  |  2025-2026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572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801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y contexto del sistema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148840"/>
            <a:ext cx="4572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402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y comunicación por eventos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31089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108960"/>
            <a:ext cx="4572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2004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Pipeline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upload a la imagen procesada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406908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4069080"/>
            <a:ext cx="4572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1605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4114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4480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MinIO, PostgreSQL, OpenCV, TensorFlow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18872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188720"/>
            <a:ext cx="4572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2801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0352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1600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— detección de menores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14884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148840"/>
            <a:ext cx="4572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24028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03520" y="21945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Errores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352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 Queue y estrategias de resiliencia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10896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108960"/>
            <a:ext cx="4572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2004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03520" y="3154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Rendimiento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303520" y="3520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Tiempos y throughput del sistema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4069080"/>
            <a:ext cx="41148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4069080"/>
            <a:ext cx="4572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416052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03520" y="41148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Mejoras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303520" y="4480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 propuestas futuras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del Proyecto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hace el sistema?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74320" y="164592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45920"/>
            <a:ext cx="402336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Detecta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automáticamente los rostros presentes en una imagen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4592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45920"/>
            <a:ext cx="402336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Clasifica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 la edad de cada rostro usando IA (MobileNetV2)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20040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3200400"/>
            <a:ext cx="402336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Pixela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pixelado automático a los rostros de menores de 18 años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40233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200400"/>
            <a:ext cx="402336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Registra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todos los resultados en base de datos para auditoría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100% asíncrona mediante Apache Kafka — sin llamadas HTTP entre servicios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8778240" cy="731520"/>
          </a:xfrm>
          <a:prstGeom prst="rect">
            <a:avLst/>
          </a:prstGeom>
          <a:solidFill>
            <a:srgbClr val="EBF5FB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INFRAESTRUCTURA:  Kafka 4.2.0  |  MinIO  |  PostgreSQL 15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920240"/>
            <a:ext cx="150876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9659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2880" y="2377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/upload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91640" y="242316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1920240"/>
            <a:ext cx="1508760" cy="10058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19659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detection-service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783080" y="2377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242316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920240"/>
            <a:ext cx="1508760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9659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2377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Recorta caras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+ MinIO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92040" y="242316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83480" y="1920240"/>
            <a:ext cx="1508760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19659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age-service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2377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91.8%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492240" y="242316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0" y="1920240"/>
            <a:ext cx="1508760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19659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237744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edad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06240" y="2971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99999"/>
                </a:solidFill>
              </a:rPr>
              <a:t>↓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783080" y="3383280"/>
            <a:ext cx="1508760" cy="10058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83080" y="3429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pixelation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783080" y="3840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Pixela menores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91840" y="388620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0" y="3383280"/>
            <a:ext cx="1508760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429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83280" y="3840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FINALIZADA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resultado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92040" y="3886200"/>
            <a:ext cx="274320" cy="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983480" y="3383280"/>
            <a:ext cx="150876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429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83480" y="3840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/resultado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:8001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583680" y="3383280"/>
            <a:ext cx="1508760" cy="10058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342900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images.failed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583680" y="38404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Letter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del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" y="178308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1783080"/>
            <a:ext cx="20116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892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sube imagen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MinIO + PostgreSQL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cmd.face_detection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94560" y="2377440"/>
            <a:ext cx="18288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34640" y="1143000"/>
            <a:ext cx="548640" cy="54864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377440" y="178308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377440" y="1783080"/>
            <a:ext cx="2011680" cy="731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1892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6888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Haar Cascade detecta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rostros y bounding boxes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evt.face_detection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89120" y="2377440"/>
            <a:ext cx="18288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0" y="1143000"/>
            <a:ext cx="548640" cy="5486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0" y="178308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783080"/>
            <a:ext cx="201168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892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6344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Orch-2 recorta caras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sube a MinIO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cmd.age_detection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583680" y="2377440"/>
            <a:ext cx="18288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0" y="1143000"/>
            <a:ext cx="548640" cy="5486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11887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766560" y="178308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766560" y="1783080"/>
            <a:ext cx="201168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0" y="18928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2148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predice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o adulto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evt.age_detection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108960"/>
            <a:ext cx="548640" cy="5486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82880" y="374904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2880" y="3749040"/>
            <a:ext cx="201168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858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114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Orch-3 guarda Mayor_18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Escore en BD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cmd.pixelation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194560" y="4343400"/>
            <a:ext cx="18288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34640" y="3108960"/>
            <a:ext cx="548640" cy="548640"/>
          </a:xfrm>
          <a:prstGeom prst="ellipse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464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2377440" y="374904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377440" y="3749040"/>
            <a:ext cx="2011680" cy="731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68880" y="3858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Pixelado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468880" y="4114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pixela caras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menores detectados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evt.pixelation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389120" y="4343400"/>
            <a:ext cx="182880" cy="0"/>
          </a:xfrm>
          <a:prstGeom prst="line">
            <a:avLst/>
          </a:prstGeom>
          <a:noFill/>
          <a:ln w="25400">
            <a:solidFill>
              <a:srgbClr val="4FC3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029200" y="3108960"/>
            <a:ext cx="54864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31546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0" y="3749040"/>
            <a:ext cx="201168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72000" y="3749040"/>
            <a:ext cx="201168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3440" y="38587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663440" y="41148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Orch-4 marca FINALIZADA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URL resultado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PostgreSQL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GUID_Solicitud se arrastra por todo el pipeline garantizando trazabilidad end-to-end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Utilizadas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274320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4.2.0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645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de mensajería event-driven.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KRaft sin Zookeeper.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cmd.* y evt.*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14300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54680" y="1143000"/>
            <a:ext cx="2743200" cy="4114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91840" y="1645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compatible S3.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Buckets: images-raw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images-processed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143000"/>
            <a:ext cx="27432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1887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6459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relacional.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Solicitud e Imagenes.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 por etapa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17520"/>
            <a:ext cx="2743200" cy="4114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6576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Detección: Haar Cascade.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Procesado: pixelado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reducción 16x16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54680" y="3017520"/>
            <a:ext cx="2743200" cy="4114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4612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con transfer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learning. 91.8% accuracy.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~9.800 imágenes de entrenamiento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3017520"/>
            <a:ext cx="274320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3017520"/>
            <a:ext cx="274320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7220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17920" y="352044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 de entrada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consulta. Documentación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automática con Swagger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IA — Detección de Menores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432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91.8%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en validación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0" y="1097280"/>
            <a:ext cx="27432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143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9.778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783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Imágenes de entrenamiento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743200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14300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783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Clases: adulto / menor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4231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modelo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" y="283464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9806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MobileNetV2 preentrenado en ImageNet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455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Cabeza: GlobalAvgPool → Dense(128, ReLU) → Dropout(0.3) → Dense(2, Softmax)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4930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Preprocesado: mobilenet_v2.preprocess_input (rango [-1, 1])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877056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8404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Optimizador: Adam con reducción adaptativa de LR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224528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187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Facial Age (Kaggle) — adulto: 5.853 imgs, menor: 3.925 imgs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572000"/>
            <a:ext cx="164592" cy="164592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53542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Entrenamiento: 2 fases — cabeza congelada + fine-tuning últimas capas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2423160"/>
            <a:ext cx="4297680" cy="246888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5146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Limitaciones conocidas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3440" y="2926080"/>
            <a:ext cx="4114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puede tener dificultades con fotos de grupo donde los rostros son pequeños o con características similares entre adultos y menores.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producción se recomienda DeepFace, AWS Rekognition o un modelo fine-tuneado con fotos de grupo reales.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Errores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143000"/>
            <a:ext cx="73152" cy="169164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📬  Dead Letter Queue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servicios capturan excepciones y publican en el topic images.failed con GUID, error y nombre del servicio. Permite auditoría y reintento manual.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143000"/>
            <a:ext cx="73152" cy="1691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Restart on Failure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tiene configurado restart: on-failure en todos los servicios de aplicación. Se reinician automáticamente si fallan durante el arranque.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06324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3063240"/>
            <a:ext cx="73152" cy="169164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⏮️  Kafka Offset Reset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auto.offset.reset: earliest garantiza que los mensajes no se pierdan aunque un servicio esté temporalmente caído. Reprocessing automático al reiniciar.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63240"/>
            <a:ext cx="420624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63240"/>
            <a:ext cx="73152" cy="16916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31546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Timestamps de Auditoría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5661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del pipeline registra su tiempo de inicio y fin en PostgreSQL (Inicio_Deteccion_Caras, Fin_Deteccion_Caras, etc.) para trazabilidad completa.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 Rendimiento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servicio mide su tiempo de procesamiento por evento: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508760"/>
            <a:ext cx="8595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572768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57276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848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detection-service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20848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~0.3s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0" y="208483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imagen (CPU)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514600"/>
            <a:ext cx="85953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877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orchestrator-2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58775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~0.5s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0" y="258775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Recorte + subida MinIO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09067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age-service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30906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~1-3s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0" y="309067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cara (MobileNetV2 CPU)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520440"/>
            <a:ext cx="8595360" cy="4572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59359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359359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~0.2s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0" y="359359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imagen procesada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023360"/>
            <a:ext cx="8595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09651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total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0" y="40965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~5-15s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943600" y="4096512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(3 caras)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procesa múltiples solicitudes en paralelo gracias al desacoplamiento por Kafka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62054"/>
          </a:solidFill>
          <a:ln w="12700">
            <a:solidFill>
              <a:srgbClr val="16205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Propuestas de Mejora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Logros del proyecto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Pipeline completo de 8 microservicios funcionando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9385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Arquitectura 100% desacoplada mediante Kafka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32257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Detección de caras con Haar Cascade (OpenCV)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70662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Clasificación de edad con MobileNetV2 (91.8%)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0906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Pixelado automático de menores detectados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Persistencia completa en PostgreSQL y MinIO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858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Dead Letter Queue para gestión de errores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2428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Trazabilidad end-to-end con GUID único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206240" cy="3931920"/>
          </a:xfrm>
          <a:prstGeom prst="rect">
            <a:avLst/>
          </a:prstGeom>
          <a:solidFill>
            <a:srgbClr val="162054"/>
          </a:solidFill>
          <a:ln w="635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1430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Propuestas de mejora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16002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Modelo de IA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8288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DeepFace o AWS Rekognition para mayor precisión en fotos de grupo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1488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Dataset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con fotos de grupo reales etiquetadas por edad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26974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Escalabilidad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29260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instancias de cada servicio con particionado de Kafka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24612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Orquestador inicial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46320" y="34747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Añadir O1 explícito entre api-1 y detection-service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7947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Esquema BD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40233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Ajustar estados a los del enunciado: CREADA, COMPLETADA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43434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Monitorización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45720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Prometheus + Grafana para métricas en tiempo real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0" y="4663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Detección y Pixelado de Rostros de Menores</dc:title>
  <dc:subject>PptxGenJS Presentation</dc:subject>
  <dc:creator>PptxGenJS</dc:creator>
  <cp:lastModifiedBy>PptxGenJS</cp:lastModifiedBy>
  <cp:revision>1</cp:revision>
  <dcterms:created xsi:type="dcterms:W3CDTF">2026-05-06T00:45:46Z</dcterms:created>
  <dcterms:modified xsi:type="dcterms:W3CDTF">2026-05-06T00:45:46Z</dcterms:modified>
</cp:coreProperties>
</file>